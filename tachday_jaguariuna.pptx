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069181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142A"/>
    <a:srgbClr val="3E21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944127-CA94-C7CA-44D2-9A6792427E48}" v="422" dt="2025-10-03T10:56:41.863"/>
    <p1510:client id="{D5B2A700-5EA2-6F0C-B5B6-81CBA8379EAF}" v="139" dt="2025-10-02T17:55:4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39" d="100"/>
          <a:sy n="39" d="100"/>
        </p:scale>
        <p:origin x="25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B0D36039-7D95-A801-1A75-FE18DA15C6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91813" cy="15119350"/>
          </a:xfrm>
          <a:prstGeom prst="rect">
            <a:avLst/>
          </a:prstGeom>
        </p:spPr>
      </p:pic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4F1640E3-0F60-DB9D-23A6-0292FE593D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691813" cy="7816645"/>
          </a:xfrm>
        </p:spPr>
        <p:txBody>
          <a:bodyPr/>
          <a:lstStyle/>
          <a:p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3042EC-8BF5-E9D1-F480-2D1201E279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1516" y="13523541"/>
            <a:ext cx="3240000" cy="82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5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B0D36039-7D95-A801-1A75-FE18DA15C6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91813" cy="1511935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8A564E6F-2EA7-33AE-15C7-B44D3E1E621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1516" y="13523541"/>
            <a:ext cx="3240000" cy="828839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DB195CD8-A170-84DF-2EDA-C89E571CB9D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4895850" y="-1290157"/>
            <a:ext cx="19959121" cy="10662757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6802A3E-BAC5-E851-F373-F959A8462EB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6114" y="1066800"/>
            <a:ext cx="9499584" cy="888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9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2F396-6A40-AC7B-C680-BDA7EC7BE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FB6CA93-03E3-5C27-804B-FC4F4FE00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AA5CE4-A97B-2446-B2A2-1B181228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585BD0-CEBA-2647-FC79-3B9A0FB5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8084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12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3769342"/>
            <a:ext cx="9221689" cy="628922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10118069"/>
            <a:ext cx="9221689" cy="3307357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/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9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4024827"/>
            <a:ext cx="4544021" cy="959308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4024827"/>
            <a:ext cx="4544021" cy="959308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008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804969"/>
            <a:ext cx="9221689" cy="292237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3706342"/>
            <a:ext cx="4523137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5522763"/>
            <a:ext cx="4523137" cy="812315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3706342"/>
            <a:ext cx="4545413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5522763"/>
            <a:ext cx="4545413" cy="812315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11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63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637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2176910"/>
            <a:ext cx="5412730" cy="10744538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830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2176910"/>
            <a:ext cx="5412730" cy="10744538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181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73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804966"/>
            <a:ext cx="2305422" cy="128129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804966"/>
            <a:ext cx="6782619" cy="128129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40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804969"/>
            <a:ext cx="9221689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4024827"/>
            <a:ext cx="9221689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17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2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1069208" rtl="0" eaLnBrk="1" latinLnBrk="0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hyperlink" Target="https://forms.office.com/r/UDYtzk1Qxq?origin=lprLink" TargetMode="External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s://forms.office.com/r/UDYtzk1Qxq?origin=lpr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áfico 16">
            <a:extLst>
              <a:ext uri="{FF2B5EF4-FFF2-40B4-BE49-F238E27FC236}">
                <a16:creationId xmlns:a16="http://schemas.microsoft.com/office/drawing/2014/main" id="{E84C6B66-AF29-780A-9A6D-A1FAB5D8DF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60" b="82367"/>
          <a:stretch/>
        </p:blipFill>
        <p:spPr>
          <a:xfrm rot="10800000">
            <a:off x="-578644" y="13107608"/>
            <a:ext cx="12230100" cy="2476501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45AFD56B-7387-77C7-EBC7-B70725F3D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396" y="5963015"/>
            <a:ext cx="8393020" cy="334153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2532535-5161-A9A5-32DE-4F65EB501718}"/>
              </a:ext>
            </a:extLst>
          </p:cNvPr>
          <p:cNvSpPr txBox="1"/>
          <p:nvPr/>
        </p:nvSpPr>
        <p:spPr>
          <a:xfrm>
            <a:off x="4012406" y="6775189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08/11/2025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A055F4-CC55-5CDC-2559-DA50E8F80C81}"/>
              </a:ext>
            </a:extLst>
          </p:cNvPr>
          <p:cNvSpPr txBox="1"/>
          <p:nvPr/>
        </p:nvSpPr>
        <p:spPr>
          <a:xfrm>
            <a:off x="4609306" y="10260957"/>
            <a:ext cx="5944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Escola SENAI Jaguariúna</a:t>
            </a:r>
            <a:endParaRPr lang="pt-BR" sz="2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B90DA09-5288-C847-0DC3-DD4BB6BB4A82}"/>
              </a:ext>
            </a:extLst>
          </p:cNvPr>
          <p:cNvSpPr/>
          <p:nvPr/>
        </p:nvSpPr>
        <p:spPr>
          <a:xfrm>
            <a:off x="1492406" y="9843515"/>
            <a:ext cx="2520000" cy="2520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áfico 10" descr="E-mail com preenchimento sólido">
            <a:extLst>
              <a:ext uri="{FF2B5EF4-FFF2-40B4-BE49-F238E27FC236}">
                <a16:creationId xmlns:a16="http://schemas.microsoft.com/office/drawing/2014/main" id="{D5E94AF9-CAEF-DA6C-228C-98515A224E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9306" y="10942259"/>
            <a:ext cx="369094" cy="36909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9D67F5-6D9C-DCA1-3F31-E849FABC280B}"/>
              </a:ext>
            </a:extLst>
          </p:cNvPr>
          <p:cNvSpPr txBox="1"/>
          <p:nvPr/>
        </p:nvSpPr>
        <p:spPr>
          <a:xfrm>
            <a:off x="5028408" y="10988578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senaijaguariuna@sp.senai.br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" name="Gráfico 12" descr="Mundo com preenchimento sólido">
            <a:extLst>
              <a:ext uri="{FF2B5EF4-FFF2-40B4-BE49-F238E27FC236}">
                <a16:creationId xmlns:a16="http://schemas.microsoft.com/office/drawing/2014/main" id="{12AA9599-3B65-E1FF-C9FB-9CC6242C2C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59853" y="11422198"/>
            <a:ext cx="468000" cy="46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E4E3C44-B393-32B5-9FAE-4B1892315CB6}"/>
              </a:ext>
            </a:extLst>
          </p:cNvPr>
          <p:cNvSpPr txBox="1"/>
          <p:nvPr/>
        </p:nvSpPr>
        <p:spPr>
          <a:xfrm>
            <a:off x="5028408" y="11496986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https://sp.senai.br/unidade/jaguariuna/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5" name="Gráfico 14" descr="Smartphone com preenchimento sólido">
            <a:extLst>
              <a:ext uri="{FF2B5EF4-FFF2-40B4-BE49-F238E27FC236}">
                <a16:creationId xmlns:a16="http://schemas.microsoft.com/office/drawing/2014/main" id="{938C4193-B182-93BE-4FE9-CB08FF2787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09306" y="11965638"/>
            <a:ext cx="370800" cy="3708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7F29EC17-674F-3E06-33B6-B4A1EA818003}"/>
              </a:ext>
            </a:extLst>
          </p:cNvPr>
          <p:cNvSpPr txBox="1"/>
          <p:nvPr/>
        </p:nvSpPr>
        <p:spPr>
          <a:xfrm>
            <a:off x="5028408" y="11997884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(19) 3837-6300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25CD9DB6-2589-C93D-3EBD-DCF286FFBF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60" b="82367"/>
          <a:stretch/>
        </p:blipFill>
        <p:spPr>
          <a:xfrm>
            <a:off x="-959644" y="-457201"/>
            <a:ext cx="12230100" cy="2476501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9620B851-8AE0-4F50-84BB-015E575D1BA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75" b="31441"/>
          <a:stretch/>
        </p:blipFill>
        <p:spPr>
          <a:xfrm>
            <a:off x="1596218" y="1076208"/>
            <a:ext cx="7499376" cy="548777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47DBAB91-00C6-40EE-B1B7-8B60686E211D}"/>
              </a:ext>
            </a:extLst>
          </p:cNvPr>
          <p:cNvSpPr txBox="1"/>
          <p:nvPr/>
        </p:nvSpPr>
        <p:spPr>
          <a:xfrm>
            <a:off x="1720056" y="7674607"/>
            <a:ext cx="725170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Poppins"/>
                <a:cs typeface="Poppins"/>
              </a:rPr>
              <a:t>TECHDAY - Explorando o Meu SENAI e Ferramentas Google </a:t>
            </a:r>
          </a:p>
        </p:txBody>
      </p:sp>
      <p:pic>
        <p:nvPicPr>
          <p:cNvPr id="37" name="Imagem 36">
            <a:hlinkClick r:id="rId13"/>
            <a:extLst>
              <a:ext uri="{FF2B5EF4-FFF2-40B4-BE49-F238E27FC236}">
                <a16:creationId xmlns:a16="http://schemas.microsoft.com/office/drawing/2014/main" id="{FDAAD88F-A26A-4334-9AC3-29F06E0BE1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55852" y="9995368"/>
            <a:ext cx="2242904" cy="2202124"/>
          </a:xfrm>
          <a:prstGeom prst="rect">
            <a:avLst/>
          </a:prstGeom>
        </p:spPr>
      </p:pic>
      <p:sp>
        <p:nvSpPr>
          <p:cNvPr id="40" name="CaixaDeTexto 39">
            <a:extLst>
              <a:ext uri="{FF2B5EF4-FFF2-40B4-BE49-F238E27FC236}">
                <a16:creationId xmlns:a16="http://schemas.microsoft.com/office/drawing/2014/main" id="{4A2EC19D-8649-417E-A9FC-4C80EC17BFDF}"/>
              </a:ext>
            </a:extLst>
          </p:cNvPr>
          <p:cNvSpPr txBox="1"/>
          <p:nvPr/>
        </p:nvSpPr>
        <p:spPr>
          <a:xfrm>
            <a:off x="1348030" y="9300313"/>
            <a:ext cx="28585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Inscrições Abertas!</a:t>
            </a:r>
            <a:endParaRPr lang="pt-BR" sz="2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5A767E7-A560-4A1C-9829-5E0C2E3930EE}"/>
              </a:ext>
            </a:extLst>
          </p:cNvPr>
          <p:cNvSpPr txBox="1"/>
          <p:nvPr/>
        </p:nvSpPr>
        <p:spPr>
          <a:xfrm>
            <a:off x="860276" y="12474360"/>
            <a:ext cx="3834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Aponte a câmera do seu celular ou clique no QR </a:t>
            </a:r>
            <a:r>
              <a:rPr lang="pt-BR" b="1" dirty="0" err="1">
                <a:solidFill>
                  <a:schemeClr val="bg1"/>
                </a:solidFill>
                <a:latin typeface="Segoe UI" panose="020B0502040204020203" pitchFamily="34" charset="0"/>
              </a:rPr>
              <a:t>C</a:t>
            </a:r>
            <a:r>
              <a:rPr lang="pt-BR" b="1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ode</a:t>
            </a:r>
            <a:r>
              <a:rPr lang="pt-BR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para garantir a sua vaga.</a:t>
            </a:r>
            <a:endParaRPr lang="pt-BR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623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F8DEE274-305B-A434-9175-A756512BA5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60" b="82367"/>
          <a:stretch/>
        </p:blipFill>
        <p:spPr>
          <a:xfrm rot="10800000">
            <a:off x="-578644" y="13107608"/>
            <a:ext cx="12230100" cy="247650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A0518E9-0235-ABCF-B10F-C728D4BC45C8}"/>
              </a:ext>
            </a:extLst>
          </p:cNvPr>
          <p:cNvSpPr txBox="1"/>
          <p:nvPr/>
        </p:nvSpPr>
        <p:spPr>
          <a:xfrm>
            <a:off x="4012406" y="1897390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TECHDAY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58B463A-4997-EF8F-B833-858C5664EDF1}"/>
              </a:ext>
            </a:extLst>
          </p:cNvPr>
          <p:cNvSpPr txBox="1"/>
          <p:nvPr/>
        </p:nvSpPr>
        <p:spPr>
          <a:xfrm>
            <a:off x="1720056" y="2772555"/>
            <a:ext cx="725170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Poppins"/>
                <a:cs typeface="Poppins"/>
              </a:rPr>
              <a:t>Explorando o Meu SENAI e Ferramentas Google 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7585FF6-AABA-D4A6-FF80-7AA566861C9F}"/>
              </a:ext>
            </a:extLst>
          </p:cNvPr>
          <p:cNvSpPr txBox="1"/>
          <p:nvPr/>
        </p:nvSpPr>
        <p:spPr>
          <a:xfrm>
            <a:off x="1720056" y="3918613"/>
            <a:ext cx="7251700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2000" b="1" dirty="0">
                <a:solidFill>
                  <a:schemeClr val="bg1"/>
                </a:solidFill>
                <a:latin typeface="Poppins"/>
                <a:cs typeface="Poppins"/>
              </a:rPr>
              <a:t>Programação (4h)</a:t>
            </a:r>
            <a:endParaRPr lang="pt-BR" dirty="0">
              <a:solidFill>
                <a:schemeClr val="bg1"/>
              </a:solidFill>
            </a:endParaRPr>
          </a:p>
          <a:p>
            <a:pPr algn="just"/>
            <a:endParaRPr lang="pt-BR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bg1"/>
                </a:solidFill>
                <a:latin typeface="Poppins"/>
                <a:cs typeface="Poppins"/>
              </a:rPr>
              <a:t>Remote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latin typeface="Poppins"/>
                <a:cs typeface="Poppins"/>
              </a:rPr>
              <a:t>	- O que é e sua importância para a unidade;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latin typeface="Poppins"/>
                <a:cs typeface="Poppins"/>
              </a:rPr>
              <a:t>	- Quem são os </a:t>
            </a:r>
            <a:r>
              <a:rPr lang="pt-BR" sz="2000" dirty="0" err="1">
                <a:solidFill>
                  <a:schemeClr val="bg1"/>
                </a:solidFill>
                <a:latin typeface="Poppins"/>
                <a:cs typeface="Poppins"/>
              </a:rPr>
              <a:t>Remoter’s</a:t>
            </a:r>
            <a:r>
              <a:rPr lang="pt-BR" sz="2000" dirty="0">
                <a:solidFill>
                  <a:schemeClr val="bg1"/>
                </a:solidFill>
                <a:latin typeface="Poppins"/>
                <a:cs typeface="Poppins"/>
              </a:rPr>
              <a:t>;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latin typeface="Poppins"/>
                <a:cs typeface="Poppins"/>
              </a:rPr>
              <a:t>	- O papel dos docentes no processo.</a:t>
            </a:r>
          </a:p>
          <a:p>
            <a:pPr algn="just"/>
            <a:endParaRPr lang="pt-BR" sz="2000" dirty="0">
              <a:solidFill>
                <a:schemeClr val="bg1"/>
              </a:solidFill>
              <a:latin typeface="Poppins"/>
              <a:cs typeface="Poppins"/>
            </a:endParaRPr>
          </a:p>
          <a:p>
            <a:pPr algn="just"/>
            <a:r>
              <a:rPr lang="pt-BR" sz="2000" dirty="0">
                <a:solidFill>
                  <a:schemeClr val="bg1"/>
                </a:solidFill>
                <a:latin typeface="Poppins"/>
                <a:cs typeface="Poppins"/>
              </a:rPr>
              <a:t>2. Plataforma Meu SENAI</a:t>
            </a:r>
            <a:endParaRPr lang="pt-BR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- Como acessar;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latin typeface="Poppins"/>
                <a:cs typeface="Poppins"/>
              </a:rPr>
              <a:t>	- Funcionalidades para apoio à docência.</a:t>
            </a:r>
          </a:p>
          <a:p>
            <a:pPr algn="just"/>
            <a:endParaRPr lang="pt-BR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sz="2000" dirty="0">
                <a:solidFill>
                  <a:schemeClr val="bg1"/>
                </a:solidFill>
                <a:latin typeface="Poppins"/>
                <a:cs typeface="Poppins"/>
              </a:rPr>
              <a:t>3. E-mail Institucional Google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latin typeface="Poppins"/>
                <a:cs typeface="Poppins"/>
              </a:rPr>
              <a:t>	- Descobrindo e acessando seu e-mail google;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latin typeface="Poppins"/>
                <a:cs typeface="Poppins"/>
              </a:rPr>
              <a:t>	- Conhecendo a interface.</a:t>
            </a:r>
          </a:p>
          <a:p>
            <a:pPr algn="just"/>
            <a:endParaRPr lang="pt-BR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sz="2000" dirty="0">
                <a:solidFill>
                  <a:schemeClr val="bg1"/>
                </a:solidFill>
                <a:latin typeface="Poppins"/>
                <a:cs typeface="Poppins"/>
              </a:rPr>
              <a:t>4. Explorando as Ferramentas Google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44E17B3-BE84-A2BB-3DCB-B3EABAEF170C}"/>
              </a:ext>
            </a:extLst>
          </p:cNvPr>
          <p:cNvSpPr txBox="1"/>
          <p:nvPr/>
        </p:nvSpPr>
        <p:spPr>
          <a:xfrm>
            <a:off x="8346313" y="18426922"/>
            <a:ext cx="5944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Escola SENAI Jaguariúna</a:t>
            </a:r>
            <a:endParaRPr lang="pt-BR" sz="2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11CAD24-EB0C-9780-A11F-E0D0C2424A67}"/>
              </a:ext>
            </a:extLst>
          </p:cNvPr>
          <p:cNvSpPr/>
          <p:nvPr/>
        </p:nvSpPr>
        <p:spPr>
          <a:xfrm>
            <a:off x="1492406" y="9843515"/>
            <a:ext cx="2520000" cy="2520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hlinkClick r:id="rId4"/>
            <a:extLst>
              <a:ext uri="{FF2B5EF4-FFF2-40B4-BE49-F238E27FC236}">
                <a16:creationId xmlns:a16="http://schemas.microsoft.com/office/drawing/2014/main" id="{BCE2AC73-06DE-4F6C-B897-09462984E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167" y="9995368"/>
            <a:ext cx="2242904" cy="2202124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3C38DE45-2FA0-4FB9-83F3-CA618FE467AA}"/>
              </a:ext>
            </a:extLst>
          </p:cNvPr>
          <p:cNvSpPr txBox="1"/>
          <p:nvPr/>
        </p:nvSpPr>
        <p:spPr>
          <a:xfrm>
            <a:off x="860276" y="12474360"/>
            <a:ext cx="3834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Aponte a câmera do seu celular ou clique no QR </a:t>
            </a:r>
            <a:r>
              <a:rPr lang="pt-BR" b="1" dirty="0" err="1">
                <a:solidFill>
                  <a:schemeClr val="bg1"/>
                </a:solidFill>
                <a:latin typeface="Segoe UI" panose="020B0502040204020203" pitchFamily="34" charset="0"/>
              </a:rPr>
              <a:t>C</a:t>
            </a:r>
            <a:r>
              <a:rPr lang="pt-BR" b="1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ode</a:t>
            </a:r>
            <a:r>
              <a:rPr lang="pt-BR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para garantir a sua vaga.</a:t>
            </a:r>
            <a:endParaRPr lang="pt-BR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70C60E2-83DF-4BAE-B14B-79368395774E}"/>
              </a:ext>
            </a:extLst>
          </p:cNvPr>
          <p:cNvSpPr txBox="1"/>
          <p:nvPr/>
        </p:nvSpPr>
        <p:spPr>
          <a:xfrm>
            <a:off x="5028408" y="11068090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senaijaguariuna@sp.senai.br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C199DFC-B11D-406E-8499-6A6850D50139}"/>
              </a:ext>
            </a:extLst>
          </p:cNvPr>
          <p:cNvSpPr txBox="1"/>
          <p:nvPr/>
        </p:nvSpPr>
        <p:spPr>
          <a:xfrm>
            <a:off x="5028408" y="11576498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https://sp.senai.br/unidade/jaguariuna/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81A9B45-545E-4803-8D14-DFEFC6FCB71D}"/>
              </a:ext>
            </a:extLst>
          </p:cNvPr>
          <p:cNvSpPr txBox="1"/>
          <p:nvPr/>
        </p:nvSpPr>
        <p:spPr>
          <a:xfrm>
            <a:off x="5028408" y="12077396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(19) 3837-6300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C9DE97F-34B2-4FA7-9D9C-8F4ED9AD925D}"/>
              </a:ext>
            </a:extLst>
          </p:cNvPr>
          <p:cNvSpPr txBox="1"/>
          <p:nvPr/>
        </p:nvSpPr>
        <p:spPr>
          <a:xfrm>
            <a:off x="1348030" y="9427237"/>
            <a:ext cx="28585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Inscrições Abertas!</a:t>
            </a:r>
            <a:endParaRPr lang="pt-BR" sz="2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594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130</TotalTime>
  <Words>183</Words>
  <Application>Microsoft Office PowerPoint</Application>
  <PresentationFormat>Personalizar</PresentationFormat>
  <Paragraphs>34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Caio Rocha Cezar</dc:creator>
  <cp:lastModifiedBy>Juan Felipe Fortun Ferrari</cp:lastModifiedBy>
  <cp:revision>84</cp:revision>
  <dcterms:created xsi:type="dcterms:W3CDTF">2025-06-24T16:50:43Z</dcterms:created>
  <dcterms:modified xsi:type="dcterms:W3CDTF">2025-10-09T16:41:55Z</dcterms:modified>
</cp:coreProperties>
</file>