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0691813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142A"/>
    <a:srgbClr val="3E21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>
        <p:scale>
          <a:sx n="50" d="100"/>
          <a:sy n="50" d="100"/>
        </p:scale>
        <p:origin x="1568" y="-9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B0D36039-7D95-A801-1A75-FE18DA15C6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91813" cy="15119350"/>
          </a:xfrm>
          <a:prstGeom prst="rect">
            <a:avLst/>
          </a:prstGeom>
        </p:spPr>
      </p:pic>
      <p:sp>
        <p:nvSpPr>
          <p:cNvPr id="14" name="Espaço Reservado para Imagem 13">
            <a:extLst>
              <a:ext uri="{FF2B5EF4-FFF2-40B4-BE49-F238E27FC236}">
                <a16:creationId xmlns:a16="http://schemas.microsoft.com/office/drawing/2014/main" id="{4F1640E3-0F60-DB9D-23A6-0292FE593D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691813" cy="7816645"/>
          </a:xfrm>
        </p:spPr>
        <p:txBody>
          <a:bodyPr/>
          <a:lstStyle/>
          <a:p>
            <a:endParaRPr lang="pt-BR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13042EC-8BF5-E9D1-F480-2D1201E2791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1516" y="13523541"/>
            <a:ext cx="3240000" cy="82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755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B0D36039-7D95-A801-1A75-FE18DA15C6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91813" cy="1511935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8A564E6F-2EA7-33AE-15C7-B44D3E1E621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1516" y="13523541"/>
            <a:ext cx="3240000" cy="828839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DB195CD8-A170-84DF-2EDA-C89E571CB9D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4895850" y="-1290157"/>
            <a:ext cx="19959121" cy="10662757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6802A3E-BAC5-E851-F373-F959A8462EB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6114" y="1066800"/>
            <a:ext cx="9499584" cy="888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593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2F396-6A40-AC7B-C680-BDA7EC7BE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FB6CA93-03E3-5C27-804B-FC4F4FE00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6AA5CE4-A97B-2446-B2A2-1B181228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585BD0-CEBA-2647-FC79-3B9A0FB5E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8084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1232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3769342"/>
            <a:ext cx="9221689" cy="6289229"/>
          </a:xfrm>
        </p:spPr>
        <p:txBody>
          <a:bodyPr anchor="b"/>
          <a:lstStyle>
            <a:lvl1pPr>
              <a:defRPr sz="701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10118069"/>
            <a:ext cx="9221689" cy="3307357"/>
          </a:xfrm>
        </p:spPr>
        <p:txBody>
          <a:bodyPr/>
          <a:lstStyle>
            <a:lvl1pPr marL="0" indent="0">
              <a:buNone/>
              <a:defRPr sz="2806">
                <a:solidFill>
                  <a:schemeClr val="tx1"/>
                </a:solidFill>
              </a:defRPr>
            </a:lvl1pPr>
            <a:lvl2pPr marL="534604" indent="0">
              <a:buNone/>
              <a:defRPr sz="2339">
                <a:solidFill>
                  <a:schemeClr val="tx1">
                    <a:tint val="75000"/>
                  </a:schemeClr>
                </a:solidFill>
              </a:defRPr>
            </a:lvl2pPr>
            <a:lvl3pPr marL="1069208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3pPr>
            <a:lvl4pPr marL="1603812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4pPr>
            <a:lvl5pPr marL="2138416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5pPr>
            <a:lvl6pPr marL="2673020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6pPr>
            <a:lvl7pPr marL="3207624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7pPr>
            <a:lvl8pPr marL="3742228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8pPr>
            <a:lvl9pPr marL="4276832" indent="0">
              <a:buNone/>
              <a:defRPr sz="187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92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4024827"/>
            <a:ext cx="4544021" cy="959308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4024827"/>
            <a:ext cx="4544021" cy="959308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008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804969"/>
            <a:ext cx="9221689" cy="292237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3706342"/>
            <a:ext cx="4523137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5522763"/>
            <a:ext cx="4523137" cy="812315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3706342"/>
            <a:ext cx="4545413" cy="1816421"/>
          </a:xfrm>
        </p:spPr>
        <p:txBody>
          <a:bodyPr anchor="b"/>
          <a:lstStyle>
            <a:lvl1pPr marL="0" indent="0">
              <a:buNone/>
              <a:defRPr sz="2806" b="1"/>
            </a:lvl1pPr>
            <a:lvl2pPr marL="534604" indent="0">
              <a:buNone/>
              <a:defRPr sz="2339" b="1"/>
            </a:lvl2pPr>
            <a:lvl3pPr marL="1069208" indent="0">
              <a:buNone/>
              <a:defRPr sz="2105" b="1"/>
            </a:lvl3pPr>
            <a:lvl4pPr marL="1603812" indent="0">
              <a:buNone/>
              <a:defRPr sz="1871" b="1"/>
            </a:lvl4pPr>
            <a:lvl5pPr marL="2138416" indent="0">
              <a:buNone/>
              <a:defRPr sz="1871" b="1"/>
            </a:lvl5pPr>
            <a:lvl6pPr marL="2673020" indent="0">
              <a:buNone/>
              <a:defRPr sz="1871" b="1"/>
            </a:lvl6pPr>
            <a:lvl7pPr marL="3207624" indent="0">
              <a:buNone/>
              <a:defRPr sz="1871" b="1"/>
            </a:lvl7pPr>
            <a:lvl8pPr marL="3742228" indent="0">
              <a:buNone/>
              <a:defRPr sz="1871" b="1"/>
            </a:lvl8pPr>
            <a:lvl9pPr marL="4276832" indent="0">
              <a:buNone/>
              <a:defRPr sz="187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5522763"/>
            <a:ext cx="4545413" cy="812315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911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563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6637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2176910"/>
            <a:ext cx="5412730" cy="10744538"/>
          </a:xfrm>
        </p:spPr>
        <p:txBody>
          <a:bodyPr/>
          <a:lstStyle>
            <a:lvl1pPr>
              <a:defRPr sz="3742"/>
            </a:lvl1pPr>
            <a:lvl2pPr>
              <a:defRPr sz="3274"/>
            </a:lvl2pPr>
            <a:lvl3pPr>
              <a:defRPr sz="2806"/>
            </a:lvl3pPr>
            <a:lvl4pPr>
              <a:defRPr sz="2339"/>
            </a:lvl4pPr>
            <a:lvl5pPr>
              <a:defRPr sz="2339"/>
            </a:lvl5pPr>
            <a:lvl6pPr>
              <a:defRPr sz="2339"/>
            </a:lvl6pPr>
            <a:lvl7pPr>
              <a:defRPr sz="2339"/>
            </a:lvl7pPr>
            <a:lvl8pPr>
              <a:defRPr sz="2339"/>
            </a:lvl8pPr>
            <a:lvl9pPr>
              <a:defRPr sz="2339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830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3742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2176910"/>
            <a:ext cx="5412730" cy="10744538"/>
          </a:xfrm>
        </p:spPr>
        <p:txBody>
          <a:bodyPr anchor="t"/>
          <a:lstStyle>
            <a:lvl1pPr marL="0" indent="0">
              <a:buNone/>
              <a:defRPr sz="3742"/>
            </a:lvl1pPr>
            <a:lvl2pPr marL="534604" indent="0">
              <a:buNone/>
              <a:defRPr sz="3274"/>
            </a:lvl2pPr>
            <a:lvl3pPr marL="1069208" indent="0">
              <a:buNone/>
              <a:defRPr sz="2806"/>
            </a:lvl3pPr>
            <a:lvl4pPr marL="1603812" indent="0">
              <a:buNone/>
              <a:defRPr sz="2339"/>
            </a:lvl4pPr>
            <a:lvl5pPr marL="2138416" indent="0">
              <a:buNone/>
              <a:defRPr sz="2339"/>
            </a:lvl5pPr>
            <a:lvl6pPr marL="2673020" indent="0">
              <a:buNone/>
              <a:defRPr sz="2339"/>
            </a:lvl6pPr>
            <a:lvl7pPr marL="3207624" indent="0">
              <a:buNone/>
              <a:defRPr sz="2339"/>
            </a:lvl7pPr>
            <a:lvl8pPr marL="3742228" indent="0">
              <a:buNone/>
              <a:defRPr sz="2339"/>
            </a:lvl8pPr>
            <a:lvl9pPr marL="4276832" indent="0">
              <a:buNone/>
              <a:defRPr sz="2339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871"/>
            </a:lvl1pPr>
            <a:lvl2pPr marL="534604" indent="0">
              <a:buNone/>
              <a:defRPr sz="1637"/>
            </a:lvl2pPr>
            <a:lvl3pPr marL="1069208" indent="0">
              <a:buNone/>
              <a:defRPr sz="1403"/>
            </a:lvl3pPr>
            <a:lvl4pPr marL="1603812" indent="0">
              <a:buNone/>
              <a:defRPr sz="1169"/>
            </a:lvl4pPr>
            <a:lvl5pPr marL="2138416" indent="0">
              <a:buNone/>
              <a:defRPr sz="1169"/>
            </a:lvl5pPr>
            <a:lvl6pPr marL="2673020" indent="0">
              <a:buNone/>
              <a:defRPr sz="1169"/>
            </a:lvl6pPr>
            <a:lvl7pPr marL="3207624" indent="0">
              <a:buNone/>
              <a:defRPr sz="1169"/>
            </a:lvl7pPr>
            <a:lvl8pPr marL="3742228" indent="0">
              <a:buNone/>
              <a:defRPr sz="1169"/>
            </a:lvl8pPr>
            <a:lvl9pPr marL="4276832" indent="0">
              <a:buNone/>
              <a:defRPr sz="1169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181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0731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804966"/>
            <a:ext cx="2305422" cy="1281295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804966"/>
            <a:ext cx="6782619" cy="128129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1409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804969"/>
            <a:ext cx="9221689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4024827"/>
            <a:ext cx="9221689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732C9-54B0-42BC-83EC-BA6495F5E2A6}" type="datetimeFigureOut">
              <a:rPr lang="pt-BR" smtClean="0"/>
              <a:t>09/10/2025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14013401"/>
            <a:ext cx="360848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6FE9A-725A-4CDA-8579-5A08EFBB99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172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2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1069208" rtl="0" eaLnBrk="1" latinLnBrk="0" hangingPunct="1">
        <a:lnSpc>
          <a:spcPct val="90000"/>
        </a:lnSpc>
        <a:spcBef>
          <a:spcPct val="0"/>
        </a:spcBef>
        <a:buNone/>
        <a:defRPr sz="51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7302" indent="-267302" algn="l" defTabSz="1069208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3274" kern="1200">
          <a:solidFill>
            <a:schemeClr val="tx1"/>
          </a:solidFill>
          <a:latin typeface="+mn-lt"/>
          <a:ea typeface="+mn-ea"/>
          <a:cs typeface="+mn-cs"/>
        </a:defRPr>
      </a:lvl1pPr>
      <a:lvl2pPr marL="80190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33651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339" kern="1200">
          <a:solidFill>
            <a:schemeClr val="tx1"/>
          </a:solidFill>
          <a:latin typeface="+mn-lt"/>
          <a:ea typeface="+mn-ea"/>
          <a:cs typeface="+mn-cs"/>
        </a:defRPr>
      </a:lvl3pPr>
      <a:lvl4pPr marL="187111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405718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940322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474926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4009530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544134" indent="-267302" algn="l" defTabSz="1069208" rtl="0" eaLnBrk="1" latinLnBrk="0" hangingPunct="1">
        <a:lnSpc>
          <a:spcPct val="90000"/>
        </a:lnSpc>
        <a:spcBef>
          <a:spcPts val="58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1pPr>
      <a:lvl2pPr marL="53460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6920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0381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4pPr>
      <a:lvl5pPr marL="2138416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5pPr>
      <a:lvl6pPr marL="2673020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6pPr>
      <a:lvl7pPr marL="3207624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7pPr>
      <a:lvl8pPr marL="3742228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8pPr>
      <a:lvl9pPr marL="4276832" algn="l" defTabSz="1069208" rtl="0" eaLnBrk="1" latinLnBrk="0" hangingPunct="1">
        <a:defRPr sz="21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áfico 16">
            <a:extLst>
              <a:ext uri="{FF2B5EF4-FFF2-40B4-BE49-F238E27FC236}">
                <a16:creationId xmlns:a16="http://schemas.microsoft.com/office/drawing/2014/main" id="{E84C6B66-AF29-780A-9A6D-A1FAB5D8DF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860" b="82367"/>
          <a:stretch/>
        </p:blipFill>
        <p:spPr>
          <a:xfrm rot="10800000">
            <a:off x="-578644" y="13107608"/>
            <a:ext cx="12230100" cy="2476501"/>
          </a:xfrm>
          <a:prstGeom prst="rect">
            <a:avLst/>
          </a:prstGeom>
        </p:spPr>
      </p:pic>
      <p:sp>
        <p:nvSpPr>
          <p:cNvPr id="16" name="Espaço Reservado para Imagem 15">
            <a:extLst>
              <a:ext uri="{FF2B5EF4-FFF2-40B4-BE49-F238E27FC236}">
                <a16:creationId xmlns:a16="http://schemas.microsoft.com/office/drawing/2014/main" id="{6B3C473B-6C23-FA1E-37C8-F25BA80588E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0691813" cy="7816645"/>
          </a:xfrm>
        </p:spPr>
        <p:txBody>
          <a:bodyPr/>
          <a:lstStyle/>
          <a:p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25CD9DB6-2589-C93D-3EBD-DCF286FFBF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860" b="82367"/>
          <a:stretch/>
        </p:blipFill>
        <p:spPr>
          <a:xfrm>
            <a:off x="-959644" y="-457201"/>
            <a:ext cx="12230100" cy="2476501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45AFD56B-7387-77C7-EBC7-B70725F3D8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8896" y="5918804"/>
            <a:ext cx="8393020" cy="32893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2532535-5161-A9A5-32DE-4F65EB501718}"/>
              </a:ext>
            </a:extLst>
          </p:cNvPr>
          <p:cNvSpPr txBox="1"/>
          <p:nvPr/>
        </p:nvSpPr>
        <p:spPr>
          <a:xfrm>
            <a:off x="3821906" y="6672590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TECHDAY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818BE3-BB72-C907-1AFC-00B2519A3E4E}"/>
              </a:ext>
            </a:extLst>
          </p:cNvPr>
          <p:cNvSpPr txBox="1"/>
          <p:nvPr/>
        </p:nvSpPr>
        <p:spPr>
          <a:xfrm>
            <a:off x="1529556" y="7585833"/>
            <a:ext cx="7251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TechDay</a:t>
            </a:r>
            <a:r>
              <a:rPr lang="pt-BR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[escola]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A055F4-CC55-5CDC-2559-DA50E8F80C81}"/>
              </a:ext>
            </a:extLst>
          </p:cNvPr>
          <p:cNvSpPr txBox="1"/>
          <p:nvPr/>
        </p:nvSpPr>
        <p:spPr>
          <a:xfrm>
            <a:off x="4609306" y="9843515"/>
            <a:ext cx="5944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Escola SENAI Nome Nome Nome</a:t>
            </a:r>
            <a:endParaRPr lang="pt-BR" sz="2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B90DA09-5288-C847-0DC3-DD4BB6BB4A82}"/>
              </a:ext>
            </a:extLst>
          </p:cNvPr>
          <p:cNvSpPr/>
          <p:nvPr/>
        </p:nvSpPr>
        <p:spPr>
          <a:xfrm>
            <a:off x="1492406" y="9843515"/>
            <a:ext cx="2520000" cy="2520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9617667-6C1E-68F9-2D55-965A52A02650}"/>
              </a:ext>
            </a:extLst>
          </p:cNvPr>
          <p:cNvSpPr txBox="1"/>
          <p:nvPr/>
        </p:nvSpPr>
        <p:spPr>
          <a:xfrm>
            <a:off x="4609306" y="10274402"/>
            <a:ext cx="594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Escola SENAI Nome Nome Nome</a:t>
            </a:r>
            <a:endParaRPr lang="pt-BR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1" name="Gráfico 10" descr="E-mail com preenchimento sólido">
            <a:extLst>
              <a:ext uri="{FF2B5EF4-FFF2-40B4-BE49-F238E27FC236}">
                <a16:creationId xmlns:a16="http://schemas.microsoft.com/office/drawing/2014/main" id="{D5E94AF9-CAEF-DA6C-228C-98515A224E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9306" y="10942259"/>
            <a:ext cx="369094" cy="369094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9D67F5-6D9C-DCA1-3F31-E849FABC280B}"/>
              </a:ext>
            </a:extLst>
          </p:cNvPr>
          <p:cNvSpPr txBox="1"/>
          <p:nvPr/>
        </p:nvSpPr>
        <p:spPr>
          <a:xfrm>
            <a:off x="4978400" y="10988578"/>
            <a:ext cx="4373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exemplo@sp.senai.br</a:t>
            </a:r>
            <a:endParaRPr lang="pt-BR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3" name="Gráfico 12" descr="Mundo com preenchimento sólido">
            <a:extLst>
              <a:ext uri="{FF2B5EF4-FFF2-40B4-BE49-F238E27FC236}">
                <a16:creationId xmlns:a16="http://schemas.microsoft.com/office/drawing/2014/main" id="{12AA9599-3B65-E1FF-C9FB-9CC6242C2C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559853" y="11422198"/>
            <a:ext cx="468000" cy="46800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E4E3C44-B393-32B5-9FAE-4B1892315CB6}"/>
              </a:ext>
            </a:extLst>
          </p:cNvPr>
          <p:cNvSpPr txBox="1"/>
          <p:nvPr/>
        </p:nvSpPr>
        <p:spPr>
          <a:xfrm>
            <a:off x="4978400" y="11477108"/>
            <a:ext cx="4373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sitesite.sp.senai.br</a:t>
            </a:r>
            <a:endParaRPr lang="pt-BR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5" name="Gráfico 14" descr="Smartphone com preenchimento sólido">
            <a:extLst>
              <a:ext uri="{FF2B5EF4-FFF2-40B4-BE49-F238E27FC236}">
                <a16:creationId xmlns:a16="http://schemas.microsoft.com/office/drawing/2014/main" id="{938C4193-B182-93BE-4FE9-CB08FF2787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09306" y="11965638"/>
            <a:ext cx="370800" cy="3708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7F29EC17-674F-3E06-33B6-B4A1EA818003}"/>
              </a:ext>
            </a:extLst>
          </p:cNvPr>
          <p:cNvSpPr txBox="1"/>
          <p:nvPr/>
        </p:nvSpPr>
        <p:spPr>
          <a:xfrm>
            <a:off x="5028408" y="11997884"/>
            <a:ext cx="4373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(00) 0000-0000</a:t>
            </a:r>
            <a:endParaRPr lang="pt-BR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7623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F8DEE274-305B-A434-9175-A756512BA5F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860" b="82367"/>
          <a:stretch/>
        </p:blipFill>
        <p:spPr>
          <a:xfrm rot="10800000">
            <a:off x="-578644" y="13107608"/>
            <a:ext cx="12230100" cy="247650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A0518E9-0235-ABCF-B10F-C728D4BC45C8}"/>
              </a:ext>
            </a:extLst>
          </p:cNvPr>
          <p:cNvSpPr txBox="1"/>
          <p:nvPr/>
        </p:nvSpPr>
        <p:spPr>
          <a:xfrm>
            <a:off x="4012406" y="1897390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TECHDAY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58B463A-4997-EF8F-B833-858C5664EDF1}"/>
              </a:ext>
            </a:extLst>
          </p:cNvPr>
          <p:cNvSpPr txBox="1"/>
          <p:nvPr/>
        </p:nvSpPr>
        <p:spPr>
          <a:xfrm>
            <a:off x="1720056" y="2810633"/>
            <a:ext cx="7251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TechDay</a:t>
            </a:r>
            <a:r>
              <a:rPr lang="pt-BR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[escola]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7585FF6-AABA-D4A6-FF80-7AA566861C9F}"/>
              </a:ext>
            </a:extLst>
          </p:cNvPr>
          <p:cNvSpPr txBox="1"/>
          <p:nvPr/>
        </p:nvSpPr>
        <p:spPr>
          <a:xfrm>
            <a:off x="1720056" y="3813933"/>
            <a:ext cx="72517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Curso Livre - </a:t>
            </a:r>
            <a:r>
              <a:rPr lang="pt-BR" sz="2000" b="1" dirty="0">
                <a:solidFill>
                  <a:srgbClr val="E8142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000h</a:t>
            </a:r>
          </a:p>
          <a:p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ipsum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nonummy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nibh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endParaRPr lang="pt-BR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Curso Livre - </a:t>
            </a:r>
            <a:r>
              <a:rPr lang="pt-BR" sz="2000" b="1" dirty="0">
                <a:solidFill>
                  <a:srgbClr val="E8142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000h</a:t>
            </a:r>
          </a:p>
          <a:p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ipsum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nonummy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nibh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endParaRPr lang="pt-BR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Curso Livre - </a:t>
            </a:r>
            <a:r>
              <a:rPr lang="pt-BR" sz="2000" b="1" dirty="0">
                <a:solidFill>
                  <a:srgbClr val="E8142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000h</a:t>
            </a:r>
          </a:p>
          <a:p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ipsum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nonummy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nibh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endParaRPr lang="pt-BR" sz="20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pt-BR" sz="20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Nome do Curso Livre - </a:t>
            </a:r>
            <a:r>
              <a:rPr lang="pt-BR" sz="2000" b="1" dirty="0">
                <a:solidFill>
                  <a:srgbClr val="E8142A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000h</a:t>
            </a:r>
          </a:p>
          <a:p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Lorem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ipsum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dolor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amet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consectetuer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adipiscing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elit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sed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diam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nonummy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nibh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pt-BR" sz="2000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euismod</a:t>
            </a:r>
            <a:r>
              <a:rPr lang="pt-BR" sz="20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44E17B3-BE84-A2BB-3DCB-B3EABAEF170C}"/>
              </a:ext>
            </a:extLst>
          </p:cNvPr>
          <p:cNvSpPr txBox="1"/>
          <p:nvPr/>
        </p:nvSpPr>
        <p:spPr>
          <a:xfrm>
            <a:off x="4609306" y="9843515"/>
            <a:ext cx="59443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Escola SENAI Nome Nome Nome</a:t>
            </a:r>
            <a:endParaRPr lang="pt-BR" sz="2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11CAD24-EB0C-9780-A11F-E0D0C2424A67}"/>
              </a:ext>
            </a:extLst>
          </p:cNvPr>
          <p:cNvSpPr/>
          <p:nvPr/>
        </p:nvSpPr>
        <p:spPr>
          <a:xfrm>
            <a:off x="1492406" y="9843515"/>
            <a:ext cx="2520000" cy="2520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91C0C9B-84EA-4402-D6A6-65C3084521CB}"/>
              </a:ext>
            </a:extLst>
          </p:cNvPr>
          <p:cNvSpPr txBox="1"/>
          <p:nvPr/>
        </p:nvSpPr>
        <p:spPr>
          <a:xfrm>
            <a:off x="4609306" y="10274402"/>
            <a:ext cx="5944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Escola SENAI Nome Nome Nome</a:t>
            </a:r>
            <a:endParaRPr lang="pt-BR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E89A531-F2E3-0A98-0754-8CF0814F95D5}"/>
              </a:ext>
            </a:extLst>
          </p:cNvPr>
          <p:cNvSpPr txBox="1"/>
          <p:nvPr/>
        </p:nvSpPr>
        <p:spPr>
          <a:xfrm>
            <a:off x="4978400" y="10988578"/>
            <a:ext cx="4373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exemplo@sp.senai.br</a:t>
            </a:r>
            <a:endParaRPr lang="pt-BR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DA792E-97E0-46AC-ED95-341748380B89}"/>
              </a:ext>
            </a:extLst>
          </p:cNvPr>
          <p:cNvSpPr txBox="1"/>
          <p:nvPr/>
        </p:nvSpPr>
        <p:spPr>
          <a:xfrm>
            <a:off x="4978400" y="11477108"/>
            <a:ext cx="4373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sitesite.sp.senai.br</a:t>
            </a:r>
            <a:endParaRPr lang="pt-BR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7E30228-D936-E320-9641-128C72C674B8}"/>
              </a:ext>
            </a:extLst>
          </p:cNvPr>
          <p:cNvSpPr txBox="1"/>
          <p:nvPr/>
        </p:nvSpPr>
        <p:spPr>
          <a:xfrm>
            <a:off x="5028408" y="11997884"/>
            <a:ext cx="4373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(00) 0000-0000</a:t>
            </a:r>
            <a:endParaRPr lang="pt-BR" sz="16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05941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46</TotalTime>
  <Words>154</Words>
  <Application>Microsoft Office PowerPoint</Application>
  <PresentationFormat>Personalizar</PresentationFormat>
  <Paragraphs>25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Caio Rocha Cezar</dc:creator>
  <cp:lastModifiedBy>Clever Adauto Feliciano</cp:lastModifiedBy>
  <cp:revision>3</cp:revision>
  <dcterms:created xsi:type="dcterms:W3CDTF">2025-06-24T16:50:43Z</dcterms:created>
  <dcterms:modified xsi:type="dcterms:W3CDTF">2025-10-09T16:42:44Z</dcterms:modified>
</cp:coreProperties>
</file>